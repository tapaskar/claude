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IBM TSD fixes versus what we assumed — note alarms moved from 10M to 15M/day, which is what drives the heavy tier. Middle: the six sizing decisions. Right: measured capacity per model tier on H200, and where the tokens come from — note the CHM release-drop burst is larger than its steady state. The headline of this slide is that Change Management adds model tiers, not GPUs.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total in the TSD is right — 4 production H200 — and my independent measured model lands on the same number. The issue is the split: 3 cards for gpt-oss-120b and 1 dedicated to E5 leaves the heavy tier at 2.06 of 3, so the stated 2-active HA posture has no headroom. Freeing the E5 card fixes it at zero extra cost. Lead with the middle finding in a design review: four of the six model tiers the document describes have no node allocated.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Sizing FM + Change Management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 Network AI Platform</a:t>
            </a:r>
            <a:pPr indent="0" marL="0">
              <a:buNone/>
            </a:pPr>
            <a:r>
              <a:rPr lang="en-US" sz="11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 ·   per the IBM SNOC TSD (20-08-26)   ·   15M alarms/day, H200 141GB, 3 model tiers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554480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810512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FIXED — stated in the TSD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029968"/>
            <a:ext cx="310682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15M alarms/day, 1M-node topology graph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52k batch / 5 min; 500k burst in &lt;180 s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H200 141GB, FP8 / MXFP4 on vLLM  (§12,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model tiers incl. VLM + E5  (§3.4.6,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CHM agents, Paco / VoLTE / IP  (§6.8–6.13)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docs quarterly / bi-annual  (§5.1)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Max 5 concurrent changes per circle  (§6.11)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602736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ASSUMED — planning values to validate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3822192"/>
            <a:ext cx="3106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RAN-linked → 52.5k incidents/day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 of incidents earn a GenAI RFO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RFO = 3 turns × 6k in / 400 out tokens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CHM: 1,250 change requests/day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drop = 150 docs → 2,250 MOPs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Peak hour = 10% of the day → 2.4×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2376" y="5285232"/>
            <a:ext cx="3106826" cy="786384"/>
          </a:xfrm>
          <a:prstGeom prst="roundRect">
            <a:avLst>
              <a:gd name="adj" fmla="val 4651"/>
            </a:avLst>
          </a:prstGeom>
          <a:solidFill>
            <a:srgbClr val="EDF5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5376672"/>
            <a:ext cx="28507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Alarms moved 10M → 15M/day.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supersedes the August one-slide. That +50% is what pushes the heavy tier to 2.06 GPU.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42434" y="1554480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88738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4146" y="18288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98466" y="181508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Route by tier, not by agent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202082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already tiers: 120b for reasoning, Gemma for extraction, Llama 8B for MOPs. Size each, then add fractions.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24146" y="2587752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8466" y="2574036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SLO gate per tier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2779776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Heavy: latency ≤30 s. Fast: TTFT ≤1.5 s, ITL ≤25 ms. MOP: ≤120 s — batch, it only has to land in the change window.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4146" y="334670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8466" y="3332988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Size the estate, not one model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98466" y="3538728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names six model tiers but allocates nodes for two. A pool that only fits gpt-oss-120b and E5 has nowhere to put the rest.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10565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98466" y="409194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Treat MOP generation as a burst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8466" y="4297680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 docs are quarterly (§5.1): 150 docs → 2,250 MOPs in one window. A daily mean hides the only CHM spike.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486460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798466" y="485089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Co-locate E5, do not dedicate it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98466" y="505663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0.7 GB encoder at 0.03% utilisation does not need a 141 GB card. Freeing it makes all four cards heavy-capable.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24146" y="56235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8466" y="560984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 on H200, not H100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98466" y="581558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4.8 TB/s vs 3.35 — decode is bandwidth-bound, so ITL improves ~1.43×. Capacity is 7,008 tok/s, not 6,066.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43037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2493" y="1554480"/>
            <a:ext cx="68580" cy="68580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8797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 THAT MOVE IT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362493" y="1773936"/>
            <a:ext cx="3106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 per tier on one H200 141GB. IN / OUT = input / output tokens per request.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660941" y="219456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/ OUT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0301021" y="2194560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TOK/S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11032541" y="2194560"/>
            <a:ext cx="4367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GPU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362493" y="241401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· gpt-oss-120b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9660941" y="241401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6k/400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0301021" y="241401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7,008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032541" y="241401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2.06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62493" y="268833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 · Gemma 4 26B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60941" y="268833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1.5k/200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0301021" y="268833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20,936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1032541" y="268833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0.16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62493" y="296265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mop · Llama 3.1 8B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60941" y="296265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12k/2.5k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0301021" y="296265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7,733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1032541" y="296265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0.17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362493" y="3291840"/>
            <a:ext cx="3106826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62493" y="3346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at pan-India peak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1032541" y="3346704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2.40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362493" y="3803904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TOKENS COME FROM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362493" y="4110228"/>
            <a:ext cx="64008" cy="64008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527085" y="40416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FM · alarms → RFO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0301021" y="404164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398M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1032541" y="4041648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82%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362493" y="4366260"/>
            <a:ext cx="64008" cy="64008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527085" y="4297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· steady state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10301021" y="4297680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25M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11032541" y="4297680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5%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362493" y="4622292"/>
            <a:ext cx="64008" cy="64008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527085" y="45537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· release burst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10301021" y="455371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60M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1032541" y="4553712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026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13%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362493" y="5340096"/>
            <a:ext cx="3106826" cy="914400"/>
          </a:xfrm>
          <a:prstGeom prst="roundRect">
            <a:avLst>
              <a:gd name="adj" fmla="val 4000"/>
            </a:avLst>
          </a:prstGeom>
          <a:solidFill>
            <a:srgbClr val="FFF0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490509" y="5431536"/>
            <a:ext cx="2850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does not move the number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8490509" y="5650992"/>
            <a:ext cx="28507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 it is 18% of tokens and 0.33 of a GPU. The alarm tier at 15M/day sets the fleet; CHM adds model tiers, not cards.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TSD pool: right total, wrong split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 demand lands on the TSD’s own 4 production H200</a:t>
            </a:r>
            <a:pPr indent="0" marL="0">
              <a:buNone/>
            </a:pPr>
            <a:r>
              <a:rPr lang="en-US" sz="115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 ·   but the heavy tier needs 2.06 of them, so “2 active for HA” has no headroom left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PRODUCTION GPU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+1 × H200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Matches the TSD total.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serving + 1 for N+1.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3674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6554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HEAVY TIER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516554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2.06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3 cards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516554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gpt-oss-120b alone, at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 peak.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4428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CHANGE MGMT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347308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 of tokens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Pan-India, on a release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day. 0.33 GPU.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95181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78061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E5 CARD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9178061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</a:t>
            </a:r>
            <a:pPr indent="0" marL="0">
              <a:buNone/>
            </a:pPr>
            <a:r>
              <a:rPr lang="en-US" sz="1100" b="1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 utilised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178061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0.7 GB encoder on a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141 GB card.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 POSTURE AT PAN-INDIA PEAK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cards healthy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803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48% of knee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comfortable — the normal state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00188" y="3465576"/>
            <a:ext cx="137160" cy="128016"/>
          </a:xfrm>
          <a:prstGeom prst="rightArrow">
            <a:avLst/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764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3394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active (TSD HA)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93394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8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72% of knee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3394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meets SLO, 30% headroom spent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84908" y="3465576"/>
            <a:ext cx="137160" cy="128016"/>
          </a:xfrm>
          <a:prstGeom prst="rightArrow">
            <a:avLst/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236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866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surviving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21866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145% of knee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1866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SLO breach at peak hour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5708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50338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 the E5 card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50338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heavy-capable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50338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turns 2-at-the-edge into 3-with-margin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641799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88103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 tiers covered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9788103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26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of 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788103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F6F6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Gemma, Llama 8B and the VLM have no node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02920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800" y="4453128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32104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adds tiers, not cards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CHM is 18% of tokens and 0.33 of a GPU. What it really adds is two more model tiers to host — Llama 3.1 8B for MOP generation and heavier use of the Gemma fast tier — neither of which has a node in the §12 pool.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307738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90618" y="4453128"/>
            <a:ext cx="68580" cy="68580"/>
          </a:xfrm>
          <a:prstGeom prst="rect">
            <a:avLst/>
          </a:prstGeom>
          <a:solidFill>
            <a:srgbClr val="D0267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636922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§12 pool covers 2 of 6 models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90618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allocates nodes for gpt-oss-120b and E5. Gemma 4 26B, Gemma 4 E4B, Llama 3.1 8B and the VLM are named elsewhere in the TSD with no allocation. Weights co-reside in 107 of 141 GB — but compute does not.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112557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95437" y="4453128"/>
            <a:ext cx="68580" cy="68580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441741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Reallocate rather than buy more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295437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E5 runs at 0.03% of one card. Co-locate it with the fast tier and all four cards become heavy-capable — the same spend, but three active at peak instead of two at the edge.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502920" y="612648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Method: 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GuideLLM operating points across the three model tiers the TSD names, calibrated to H200 141GB (4.8 TB/s — decode ~1.43× an H100, prefill held flat). Volumes are the TSD’s own: 15M alarms/day and 8 CHM agents, with FM and Change Management both dimensioned pan-India. The one thing arithmetic cannot settle is co-resident compute — that needs a run on the real card.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AI-NOC Capacity Model</dc:title>
  <dc:subject>PptxGenJS Presentation</dc:subject>
  <dc:creator>Vi AI-NOC capacity model</dc:creator>
  <cp:lastModifiedBy>Vi AI-NOC capacity model</cp:lastModifiedBy>
  <cp:revision>1</cp:revision>
  <dcterms:created xsi:type="dcterms:W3CDTF">2026-09-01T07:03:01Z</dcterms:created>
  <dcterms:modified xsi:type="dcterms:W3CDTF">2026-09-01T07:03:01Z</dcterms:modified>
</cp:coreProperties>
</file>