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IBM TSD fixes versus what we assumed — note alarms moved from 10M to 15M/day, which is what drives the heavy tier. Middle: the six sizing decisions. Right: measured capacity per model tier on H200, and where the tokens come from — note the CHM release-drop burst is larger than its steady state. The headline of this slide is that Change Management adds model tiers, not GPUs.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 in the TSD is right — 4 production H200 — and my independent measured model lands on the same number. The issue is the split: 3 cards for gpt-oss-120b and 1 dedicated to E5 leaves the heavy tier at 2.06 of 3, so the stated 2-active HA posture has no headroom. Freeing the E5 card fixes it at zero extra cost. Lead with the middle finding in a design review: four of the six model tiers the document describes have no node 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Sizing FM + Change Management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 Network AI Platform</a:t>
            </a:r>
            <a:pPr indent="0" marL="0">
              <a:buNone/>
            </a:pPr>
            <a:r>
              <a:rPr lang="en-US" sz="11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·   per the IBM SNOC TSD (20-08-26)   ·   15M alarms/day, H200 141GB, 3 model tiers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545738" cy="5029200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554480"/>
            <a:ext cx="68580" cy="6858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8132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1810512"/>
            <a:ext cx="310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— stated in the TSD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029968"/>
            <a:ext cx="31068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15M alarms/day, 1M-node topology graph  (§12)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52k batch / 5 min; 500k burst in &lt;180 s  (§12)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H200 141GB, FP8 / MXFP4 on vLLM  (§12, §3.7)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model tiers incl. VLM + E5  (§3.4.6, §3.7)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CHM agents, Paco / VoLTE / IP  (§6.8–6.13)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docs quarterly / bi-annual  (§5.1)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 5 concurrent changes per circle  (§6.11)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3602736"/>
            <a:ext cx="310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D02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ASSUMED — planning values to validate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3822192"/>
            <a:ext cx="31068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70% RAN-linked → 52.5k incidents/day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35% of incidents earn a GenAI RFO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RFO = 3 turns × 6k in / 400 out tokens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CHM: 1,250 change requests/day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drop = 150 docs → 2,250 MOPs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Peak hour = 10% of the day → 2.4×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" y="5285232"/>
            <a:ext cx="3106826" cy="786384"/>
          </a:xfrm>
          <a:prstGeom prst="roundRect">
            <a:avLst>
              <a:gd name="adj" fmla="val 4651"/>
            </a:avLst>
          </a:prstGeom>
          <a:solidFill>
            <a:srgbClr val="EDF5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" y="5376672"/>
            <a:ext cx="28507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Alarms moved 10M → 15M/day.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TSD supersedes the August one-slide. That +50% is what pushes the heavy tier to 2.06 GPU.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2978" y="1298448"/>
            <a:ext cx="3545738" cy="5029200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2434" y="1554480"/>
            <a:ext cx="68580" cy="6858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88738" y="148132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POINTS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4146" y="18288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98466" y="1815084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by tier, not by agent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98466" y="2020824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TSD already tiers: 120b for reasoning, Gemma for extraction, Llama 8B for MOPs. Size each, then add fractions.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4146" y="258775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98466" y="2574036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SLO gate per tier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98466" y="2779776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Heavy: latency ≤30 s. Fast: TTFT ≤1.5 s, ITL ≤25 ms. MOP: ≤120 s — batch, it only has to land in the change window.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24146" y="33467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98466" y="3332988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Size the estate, not one model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98466" y="3538728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TSD names six model tiers but allocates nodes for two. A pool that only fits gpt-oss-120b and E5 has nowhere to put the rest.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24146" y="410565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98466" y="4091940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Treat MOP generation as a burst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98466" y="4297680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docs are quarterly (§5.1): 150 docs → 2,250 MOPs in one window. A daily mean hides the only CHM spike.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24146" y="48646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98466" y="4850892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Co-locate E5, do not dedicate it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98466" y="5056632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0.7 GB encoder at 0.03% utilisation does not need a 141 GB card. Freeing it makes all four cards heavy-capable.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24146" y="5623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798466" y="5609844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on H200, not H100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98466" y="5815584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4.8 TB/s vs 3.35 — decode is bandwidth-bound, so ITL improves ~1.43×. Capacity is 7,008 tok/s, not 6,066.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43037" y="1298448"/>
            <a:ext cx="3545738" cy="5029200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2493" y="1554480"/>
            <a:ext cx="68580" cy="68580"/>
          </a:xfrm>
          <a:prstGeom prst="rect">
            <a:avLst/>
          </a:prstGeom>
          <a:solidFill>
            <a:srgbClr val="D0267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8797" y="148132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PARAMETERS THAT MOVE IT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362493" y="1773936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on one H200 141GB, gated per tier. GPU column is what pan-India peak demand needs.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660941" y="219456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0301021" y="21945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TOK/S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1032541" y="2194560"/>
            <a:ext cx="436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D02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362493" y="241401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 · gpt-oss-120b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660941" y="241401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6k/400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0301021" y="241401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7,008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1032541" y="2414016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02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362493" y="26883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· Gemma 4 26B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660941" y="26883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1.5k/200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10301021" y="268833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20,936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1032541" y="2688336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0.16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362493" y="296265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mop · Llama 3.1 8B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60941" y="29626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12k/2.5k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0301021" y="296265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7,733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1032541" y="2962656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62493" y="3291840"/>
            <a:ext cx="3106826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362493" y="3346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at pan-India peak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1032541" y="3346704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2.40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362493" y="3803904"/>
            <a:ext cx="310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TOKENS COME FROM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362493" y="4110228"/>
            <a:ext cx="64008" cy="64008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527085" y="4041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FM · alarms → RFO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0301021" y="404164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398M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032541" y="4041648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62493" y="4366260"/>
            <a:ext cx="64008" cy="64008"/>
          </a:xfrm>
          <a:prstGeom prst="rect">
            <a:avLst/>
          </a:prstGeom>
          <a:solidFill>
            <a:srgbClr val="D02670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527085" y="4297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 · steady state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0301021" y="429768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25M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032541" y="4297680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02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62493" y="4622292"/>
            <a:ext cx="64008" cy="64008"/>
          </a:xfrm>
          <a:prstGeom prst="rect">
            <a:avLst/>
          </a:prstGeom>
          <a:solidFill>
            <a:srgbClr val="D02670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527085" y="45537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 · release burst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10301021" y="455371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60M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1032541" y="4553712"/>
            <a:ext cx="436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02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362493" y="5340096"/>
            <a:ext cx="3106826" cy="914400"/>
          </a:xfrm>
          <a:prstGeom prst="roundRect">
            <a:avLst>
              <a:gd name="adj" fmla="val 4000"/>
            </a:avLst>
          </a:prstGeom>
          <a:solidFill>
            <a:srgbClr val="FFF0F7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490509" y="5431536"/>
            <a:ext cx="285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 does not move the number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8490509" y="5650992"/>
            <a:ext cx="28507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Pan-India it is 18% of tokens and 0.33 of a GPU. The alarm tier at 15M/day sets the fleet; CHM adds model tiers, not cards.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TSD pool: right total, wrong split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demand lands on the TSD’s own 4 production H200</a:t>
            </a:r>
            <a:pPr indent="0" marL="0">
              <a:buNone/>
            </a:pPr>
            <a:r>
              <a:rPr lang="en-US" sz="11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·   but the heavy tier needs 2.06 of them, so “2 active for HA” has no headroom left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9359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16736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GPU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pPr indent="0" marL="0">
              <a:buNone/>
            </a:pPr>
            <a:r>
              <a:rPr lang="en-US" sz="11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+1 × H200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48256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Matches the TSD total.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serving + 1 for N+1.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3674" y="1188720"/>
            <a:ext cx="269359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6554" y="1316736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 TIER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1517904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02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2.06</a:t>
            </a:r>
            <a:pPr indent="0" marL="0">
              <a:buNone/>
            </a:pPr>
            <a:r>
              <a:rPr lang="en-US" sz="11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3 cards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16554" y="2048256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gpt-oss-120b alone, at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pan-India peak.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4428" y="1188720"/>
            <a:ext cx="269359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7308" y="1316736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MGMT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47308" y="1517904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pPr indent="0" marL="0">
              <a:buNone/>
            </a:pPr>
            <a:r>
              <a:rPr lang="en-US" sz="11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% of tokens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6347308" y="2048256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Pan-India, on a release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burst day. 0.33 GPU.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5181" y="1188720"/>
            <a:ext cx="269359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78061" y="1316736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E5 CARD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9178061" y="1517904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0.03</a:t>
            </a:r>
            <a:pPr indent="0" marL="0">
              <a:buNone/>
            </a:pPr>
            <a:r>
              <a:rPr lang="en-US" sz="11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% utilised</a:t>
            </a:r>
            <a:endParaRPr lang="en-US" sz="3100" dirty="0"/>
          </a:p>
        </p:txBody>
      </p:sp>
      <p:sp>
        <p:nvSpPr>
          <p:cNvPr id="19" name="Text 17"/>
          <p:cNvSpPr txBox="1"/>
          <p:nvPr/>
        </p:nvSpPr>
        <p:spPr>
          <a:xfrm>
            <a:off x="9178061" y="2048256"/>
            <a:ext cx="2327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0.7 GB encoder on a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141 GB card.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 POSTURE AT PAN-INDIA PEAK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072384"/>
            <a:ext cx="20469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" y="3163824"/>
            <a:ext cx="175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cards healthy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3346704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80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48% of knee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" y="3630168"/>
            <a:ext cx="175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comfortable — the normal state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0188" y="3465576"/>
            <a:ext cx="137160" cy="128016"/>
          </a:xfrm>
          <a:prstGeom prst="rightArrow">
            <a:avLst/>
          </a:prstGeom>
          <a:solidFill>
            <a:srgbClr val="C6C6C6"/>
          </a:solidFill>
          <a:ln/>
        </p:spPr>
      </p:sp>
      <p:sp>
        <p:nvSpPr>
          <p:cNvPr id="26" name="Shape 24"/>
          <p:cNvSpPr/>
          <p:nvPr/>
        </p:nvSpPr>
        <p:spPr>
          <a:xfrm>
            <a:off x="2787640" y="3072384"/>
            <a:ext cx="20469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33944" y="3163824"/>
            <a:ext cx="175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active (TSD HA)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933944" y="3346704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38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72% of knee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933944" y="3630168"/>
            <a:ext cx="175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meets SLO, 30% headroom spent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84908" y="3465576"/>
            <a:ext cx="137160" cy="128016"/>
          </a:xfrm>
          <a:prstGeom prst="rightArrow">
            <a:avLst/>
          </a:prstGeom>
          <a:solidFill>
            <a:srgbClr val="C6C6C6"/>
          </a:solidFill>
          <a:ln/>
        </p:spPr>
      </p:sp>
      <p:sp>
        <p:nvSpPr>
          <p:cNvPr id="31" name="Shape 29"/>
          <p:cNvSpPr/>
          <p:nvPr/>
        </p:nvSpPr>
        <p:spPr>
          <a:xfrm>
            <a:off x="5072360" y="3072384"/>
            <a:ext cx="20469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8664" y="3163824"/>
            <a:ext cx="175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surviving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218664" y="3346704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1E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145% of knee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218664" y="3630168"/>
            <a:ext cx="175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 breach at peak hour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57080" y="3072384"/>
            <a:ext cx="20469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03384" y="3163824"/>
            <a:ext cx="175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the E5 card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503384" y="3346704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heavy-capable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503384" y="3630168"/>
            <a:ext cx="175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2-at-the-edge into 3-with-margin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41799" y="3072384"/>
            <a:ext cx="20469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88103" y="3163824"/>
            <a:ext cx="175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tiers covered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788103" y="3346704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2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of 6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788103" y="3630168"/>
            <a:ext cx="175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Gemma, Llama 8B and the VLM have no node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" y="4224528"/>
            <a:ext cx="357621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4453128"/>
            <a:ext cx="68580" cy="6858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32104" y="4370832"/>
            <a:ext cx="3064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 adds tiers, not cards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46634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 is 18% of tokens and 0.33 of a GPU. What it really adds is two more model tiers to host — Llama 3.1 8B for MOP generation and heavier use of the Gemma fast tier — neither of which has a node in the §12 pool.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07738" y="4224528"/>
            <a:ext cx="357621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0618" y="4453128"/>
            <a:ext cx="68580" cy="68580"/>
          </a:xfrm>
          <a:prstGeom prst="rect">
            <a:avLst/>
          </a:prstGeom>
          <a:solidFill>
            <a:srgbClr val="D0267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36922" y="4370832"/>
            <a:ext cx="3064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§12 pool covers 2 of 6 models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490618" y="46634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allocates nodes for gpt-oss-120b and E5. Gemma 4 26B, Gemma 4 E4B, Llama 3.1 8B and the VLM are named elsewhere in the TSD with no allocation. Weights co-reside in 107 of 141 GB — but compute does not.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12557" y="4224528"/>
            <a:ext cx="357621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95437" y="4453128"/>
            <a:ext cx="68580" cy="6858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441741" y="4370832"/>
            <a:ext cx="3064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Reallocate rather than buy more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295437" y="46634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E5 runs at 0.03% of one card. Co-locate it with the fast tier and all four cards become heavy-capable — the same spend, but three active at peak instead of two at the edge.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502920" y="612648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Method: 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GuideLLM operating points across the three model tiers the TSD names, calibrated to H200 141GB (4.8 TB/s — decode ~1.43× an H100, prefill held flat). Volumes are the TSD’s own: 15M alarms/day and 8 CHM agents, with FM and Change Management both dimensioned pan-India. The one thing arithmetic cannot settle is co-resident compute — that needs a run on the real card.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 AI-NOC Capacity Model</dc:title>
  <dc:subject>PptxGenJS Presentation</dc:subject>
  <dc:creator>Vi AI-NOC capacity model</dc:creator>
  <cp:lastModifiedBy>Vi AI-NOC capacity model</cp:lastModifiedBy>
  <cp:revision>1</cp:revision>
  <dcterms:created xsi:type="dcterms:W3CDTF">2026-09-01T06:15:08Z</dcterms:created>
  <dcterms:modified xsi:type="dcterms:W3CDTF">2026-09-01T06:15:08Z</dcterms:modified>
</cp:coreProperties>
</file>