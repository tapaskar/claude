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the SoW fixes versus what we assumed. Middle: the six decisions the 3-GPU constraint forced. Right: the ceiling on each assumption before a fourth GPU is needed, and the sensitivity cases re-run against three. The point is that capacity was measured and only demand was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row is the answer. The chain is the arithmetic: peak demand over measured shared-pool capacity is 1.37 GPU; three is what N+1 costs. Lead with the three findings — especially the last one, since single site is the only genuine risk in the descope and it has an expiry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three GPUs was arrived at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8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AI-NOC · RAN fault management</a:t>
            </a:r>
            <a:pPr indent="0" marL="0">
              <a:buNone/>
            </a:pPr>
            <a:r>
              <a:rPr lang="en-US" sz="11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~2M cells, ~10M alarms/day   ·   16 GuideLLM operating points; demand derived from the SoW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D9DC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554480"/>
            <a:ext cx="68580" cy="68580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810512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008E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— from the SoW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029968"/>
            <a:ext cx="310682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~2M cells · ~10M alarms/day · 70% RAN-linked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≈285 GB/day · logs ≈30 GB/day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~9.2 TB logical, 2-week hot window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/ on-prem LLM endpoints only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 — no network change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3474720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B04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ASSUMED — planning values to validate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22376" y="3694176"/>
            <a:ext cx="310682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dedup / flap suppression → 700k/day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events per incident → 35k UAI/day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 of incidents earn a GenAI RFO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 = 3 turns × 6k in / 400 out tokens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hour = 10% of the day → 2.4×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8k tickets/day written to HPSM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22376" y="5458968"/>
            <a:ext cx="3106826" cy="658368"/>
          </a:xfrm>
          <a:prstGeom prst="roundRect">
            <a:avLst>
              <a:gd name="adj" fmla="val 5556"/>
            </a:avLst>
          </a:prstGeom>
          <a:solidFill>
            <a:srgbClr val="EDEF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0392" y="5541264"/>
            <a:ext cx="28507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7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assumed value is a dial.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changes the measured capacity — only how much of it we need.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22978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D9DC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42434" y="1554480"/>
            <a:ext cx="68580" cy="68580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88738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POINTS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4146" y="182880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798466" y="181508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pool, not two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98466" y="2020824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is latency-shaped but only 0.24 GPU of load. Same model, one deployment, priority scheduling.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24146" y="2624328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98466" y="2610612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on goodput, not peak throughput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98466" y="2816352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= throughput at the last concurrency whose p95 meets the SLO. RFO: ≤30 s. Chat: TTFT ≤1.5 s, ITL ≤25 ms.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24146" y="3419856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798466" y="3406140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Three, because of N+1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798466" y="3611880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needs 1.37 GPU. Two would meet the SLO; three is the smallest fleet where a GPU can fail at peak hour and still hold.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24146" y="421538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798466" y="4201668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must fit a single GPU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798466" y="4407408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120B MoE at MXFP4 ≈ 62 GB — no TP, failure domain of one GPU, and 21–30 concurrent 6.4k requests of KV headroom.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524146" y="5010912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798466" y="4997196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site, for now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798466" y="5202936"/>
            <a:ext cx="28325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real loss. Manual NOC process is the fallback — but that expires when headcount comes out, so fund site 2 before then.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524146" y="58064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798466" y="5792724"/>
            <a:ext cx="283250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the denominator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798466" y="5998464"/>
            <a:ext cx="2832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16-point GuideLLM sweep, including a mixed-traffic run that validates the shared pool to within 3.8%.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43037" y="1298448"/>
            <a:ext cx="3545738" cy="5029200"/>
          </a:xfrm>
          <a:prstGeom prst="roundRect">
            <a:avLst>
              <a:gd name="adj" fmla="val 1289"/>
            </a:avLst>
          </a:prstGeom>
          <a:solidFill>
            <a:srgbClr val="FFFFFF"/>
          </a:solidFill>
          <a:ln w="9525">
            <a:solidFill>
              <a:srgbClr val="D9DC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2493" y="1554480"/>
            <a:ext cx="68580" cy="68580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8797" y="1481328"/>
            <a:ext cx="2997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7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 THAT MOVE IT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362493" y="1773936"/>
            <a:ext cx="3106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A7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GPUs hold until one of these crosses. Each moves alone, N+1 kept.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843821" y="2194560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6A7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10575341" y="2194560"/>
            <a:ext cx="8939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B04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8362493" y="241401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 context, tokens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9843821" y="241401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6,000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0575341" y="2414016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4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9,640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362493" y="2670048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per day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843821" y="267004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35,000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10575341" y="2670048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54,900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8362493" y="292608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earning an RFO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9843821" y="292608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35%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575341" y="2926080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55%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362493" y="3182112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turns per RFO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843821" y="318211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0575341" y="3182112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4.7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8362493" y="3566160"/>
            <a:ext cx="31068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6A7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SENSITIVITY CASES, RE-RUN AGAINST 3 GPUs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362493" y="3872484"/>
            <a:ext cx="64008" cy="64008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527085" y="3803904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incident gets RFO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9843821" y="380390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2.63×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0575341" y="3803904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04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GPU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362493" y="4110228"/>
            <a:ext cx="64008" cy="64008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527085" y="404164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misses 3×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9843821" y="404164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2.75×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575341" y="4041648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04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GPU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362493" y="4347972"/>
            <a:ext cx="64008" cy="64008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527085" y="427939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 context 6k → 24k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9843821" y="4279392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3.47×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10575341" y="4279392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04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GPU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8362493" y="4585716"/>
            <a:ext cx="64008" cy="64008"/>
          </a:xfrm>
          <a:prstGeom prst="rect">
            <a:avLst/>
          </a:prstGeom>
          <a:solidFill>
            <a:srgbClr val="B04A12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527085" y="4517136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 3 → 6 turns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9843821" y="451713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2.00×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10575341" y="4517136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04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GPU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362493" y="4823460"/>
            <a:ext cx="64008" cy="64008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527085" y="475488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RFO output</a:t>
            </a:r>
            <a:endParaRPr lang="en-US" sz="950" dirty="0"/>
          </a:p>
        </p:txBody>
      </p:sp>
      <p:sp>
        <p:nvSpPr>
          <p:cNvPr id="71" name="Text 69"/>
          <p:cNvSpPr txBox="1"/>
          <p:nvPr/>
        </p:nvSpPr>
        <p:spPr>
          <a:xfrm>
            <a:off x="9843821" y="475488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1.17×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10575341" y="4754880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fits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8362493" y="5061204"/>
            <a:ext cx="64008" cy="64008"/>
          </a:xfrm>
          <a:prstGeom prst="rect">
            <a:avLst/>
          </a:prstGeom>
          <a:solidFill>
            <a:srgbClr val="008E7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527085" y="4992624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becomes primary UI</a:t>
            </a:r>
            <a:endParaRPr lang="en-US" sz="950" dirty="0"/>
          </a:p>
        </p:txBody>
      </p:sp>
      <p:sp>
        <p:nvSpPr>
          <p:cNvPr id="75" name="Text 73"/>
          <p:cNvSpPr txBox="1"/>
          <p:nvPr/>
        </p:nvSpPr>
        <p:spPr>
          <a:xfrm>
            <a:off x="9843821" y="499262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1.00×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10575341" y="4992624"/>
            <a:ext cx="8939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8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fits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8362493" y="5303520"/>
            <a:ext cx="3106826" cy="960120"/>
          </a:xfrm>
          <a:prstGeom prst="roundRect">
            <a:avLst>
              <a:gd name="adj" fmla="val 3810"/>
            </a:avLst>
          </a:prstGeom>
          <a:solidFill>
            <a:srgbClr val="EDEFE9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8490509" y="5394960"/>
            <a:ext cx="2850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4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budget is now load-bearing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8490509" y="5614416"/>
            <a:ext cx="285079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E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14 GPUs a context cap was good practice. At three it is the control: a hard limit in code, with an alert at 8,000 tokens.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1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spc="-40" kern="0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H100 — and what it costs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0467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Peak-hour demand measures 1.37 GPU of work</a:t>
            </a:r>
            <a:pPr indent="0" marL="0">
              <a:buNone/>
            </a:pPr>
            <a:r>
              <a:rPr lang="en-US" sz="115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three carries it with N+1   ·   two independent methods agree to within 3.8%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FLEET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H100 80GB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pool, single site.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N+1 across the platform.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3674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16554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UTILISATION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516554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 at peak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516554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with one GPU down;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at average load.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64428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47308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347308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headroom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47308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RFO demand can grow 57%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4th GPU.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995181" y="1188720"/>
            <a:ext cx="2693594" cy="1481328"/>
          </a:xfrm>
          <a:prstGeom prst="roundRect">
            <a:avLst>
              <a:gd name="adj" fmla="val 3086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78061" y="1316736"/>
            <a:ext cx="2327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9178061" y="1517904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308</a:t>
            </a:r>
            <a:pPr indent="0" marL="0">
              <a:buNone/>
            </a:pPr>
            <a:r>
              <a:rPr lang="en-US" sz="1100" b="1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 $/year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178061" y="2048256"/>
            <a:ext cx="23278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the 14-GPU two-site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on GPU alone.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28346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9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DIVISION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Peak-hour demand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7,458 tok/s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classes, 2.4× the daily mean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600188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26" name="Shape 24"/>
          <p:cNvSpPr/>
          <p:nvPr/>
        </p:nvSpPr>
        <p:spPr>
          <a:xfrm>
            <a:off x="278764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3394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Shared-pool capacity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93394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5,433 tok/s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3394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mixed traffic, per H100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84908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31" name="Shape 29"/>
          <p:cNvSpPr/>
          <p:nvPr/>
        </p:nvSpPr>
        <p:spPr>
          <a:xfrm>
            <a:off x="507236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1866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required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21866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1.37 GPU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1866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method agrees to 3.8%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169628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36" name="Shape 34"/>
          <p:cNvSpPr/>
          <p:nvPr/>
        </p:nvSpPr>
        <p:spPr>
          <a:xfrm>
            <a:off x="7357080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503384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one failure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503384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68.6%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503384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capacity on the 2 that remain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454347" y="3465576"/>
            <a:ext cx="137160" cy="128016"/>
          </a:xfrm>
          <a:prstGeom prst="rightArrow">
            <a:avLst/>
          </a:prstGeom>
          <a:solidFill>
            <a:srgbClr val="CB6127"/>
          </a:solidFill>
          <a:ln/>
        </p:spPr>
      </p:sp>
      <p:sp>
        <p:nvSpPr>
          <p:cNvPr id="41" name="Shape 39"/>
          <p:cNvSpPr/>
          <p:nvPr/>
        </p:nvSpPr>
        <p:spPr>
          <a:xfrm>
            <a:off x="9641799" y="3072384"/>
            <a:ext cx="2046976" cy="914400"/>
          </a:xfrm>
          <a:prstGeom prst="roundRect">
            <a:avLst>
              <a:gd name="adj" fmla="val 5000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788103" y="3163824"/>
            <a:ext cx="175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788103" y="3346704"/>
            <a:ext cx="175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H100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9788103" y="3630168"/>
            <a:ext cx="175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8A9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N+1 that holds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02920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85800" y="4453128"/>
            <a:ext cx="68580" cy="685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32104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is an HA number, not throughput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85800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needs 1.37 GPU, so two would meet the SLO. Three is the smallest fleet where a GPU can fail during the busiest hour and the platform still holds. That is the whole case for the third card.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307738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90618" y="4453128"/>
            <a:ext cx="68580" cy="685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636922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was only 0.24 GPU of load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4490618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pools was the right architecture and the wrong sizing. Same model, one deployment, priority scheduling. The one thing arithmetic cannot settle — interactive TTFT under long prefills — is a day on a rented card.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12557" y="4224528"/>
            <a:ext cx="3576218" cy="1700784"/>
          </a:xfrm>
          <a:prstGeom prst="roundRect">
            <a:avLst>
              <a:gd name="adj" fmla="val 2688"/>
            </a:avLst>
          </a:prstGeom>
          <a:solidFill>
            <a:srgbClr val="1B2C28"/>
          </a:solidFill>
          <a:ln w="9525">
            <a:solidFill>
              <a:srgbClr val="2C3E3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95437" y="4453128"/>
            <a:ext cx="68580" cy="68580"/>
          </a:xfrm>
          <a:prstGeom prst="rect">
            <a:avLst/>
          </a:prstGeom>
          <a:solidFill>
            <a:srgbClr val="CB612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441741" y="4370832"/>
            <a:ext cx="3064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E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site is the one real loss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8295437" y="4663440"/>
            <a:ext cx="32104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dropped was over-provisioning. The manual NOC process covers a DC outage today, but that expires when headcount comes out — so fund site 2 before the reduction lands, not after.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502920" y="6126480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E9E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 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9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GuideLLM operating points across three workload profiles, including a shared-pool run driven from two simultaneous data sources so the scheduler sees real mixed traffic. Per-point TTFT/ITL were pinned to published gpt-oss-120b + vLLM figures for one H100 80GB, since the modelling host has no GPU. Pointing --backend at a live vLLM endpoint re-derives every number above.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 AI-NOC Capacity Model</dc:title>
  <dc:subject>PptxGenJS Presentation</dc:subject>
  <dc:creator>Vi AI-NOC capacity model</dc:creator>
  <cp:lastModifiedBy>Vi AI-NOC capacity model</cp:lastModifiedBy>
  <cp:revision>1</cp:revision>
  <dcterms:created xsi:type="dcterms:W3CDTF">2026-09-01T04:21:57Z</dcterms:created>
  <dcterms:modified xsi:type="dcterms:W3CDTF">2026-09-01T04:21:57Z</dcterms:modified>
</cp:coreProperties>
</file>